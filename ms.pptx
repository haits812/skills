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69" r:id="rId16"/>
    <p:sldId id="270" r:id="rId17"/>
    <p:sldId id="271" r:id="rId18"/>
    <p:sldId id="276" r:id="rId19"/>
    <p:sldId id="277" r:id="rId20"/>
    <p:sldId id="279" r:id="rId21"/>
    <p:sldId id="280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EDA838-C88B-853B-AF4C-52A18FF8A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BE97473-1649-D566-4D13-BB33F2279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B0F95A-BA59-8922-89E9-944EB7C71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8C4-A750-457E-9E35-59EFE142CDD9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779395-E958-6FA0-364D-76163FE89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C1B5E8-61DB-C13F-6802-39E7794CF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6EA2-4DBB-4306-9625-8DB0558612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4122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08B58A-0366-4B0B-B15B-FF20BF0DA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6E7B06-14E4-55FF-3777-C7057B5CC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967404-0E24-3AE4-D649-2E93E895B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8C4-A750-457E-9E35-59EFE142CDD9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9FC68B-AA38-A155-49AE-6164FA828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52D97E-2F95-A8D1-A544-65147E1B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6EA2-4DBB-4306-9625-8DB0558612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104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3BD660-FEC1-B792-E8D3-165E75E0F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ACCD3F-04C8-8DB0-BEB4-A9846A1A9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4EBFEF-8186-A66B-C292-B5C4A52FD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8C4-A750-457E-9E35-59EFE142CDD9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CC55B0-74D9-0B87-91BF-65C3FED06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FD55A8-0770-2514-CA1F-A3D3C6072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6EA2-4DBB-4306-9625-8DB0558612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4582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D9CE71-F40F-A59F-45CB-D53ABF0C2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DF3B13-FED4-813E-9828-BE0C5F6C85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9E2A100-24ED-58DD-AF8C-258EF5C26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DAF9F4-A9C4-858A-5187-87E15F8FF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8C4-A750-457E-9E35-59EFE142CDD9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454F1E8-0735-5916-6C10-97EDFD728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415E43-0E89-ADCD-02EE-FE35CB729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6EA2-4DBB-4306-9625-8DB0558612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984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6A0449-430E-5039-0235-A448D0432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41012B-0621-F972-048C-78C6A859A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2FF741C-7FC5-7376-D230-69A0EDE79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3C9C650-E3AB-53A7-69F8-7F2215663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60455F0-02BE-08CB-1FC1-A852D93ED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0B05F36-1329-C1ED-DA2A-13E4C1E4A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8C4-A750-457E-9E35-59EFE142CDD9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A509F0C-01D4-EF1E-CE9C-898178F36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9948244-2A65-C78C-1FDA-40CD009A0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6EA2-4DBB-4306-9625-8DB0558612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3042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E3698E-1C6A-1A73-BFEE-4B761498A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4F00C1B-3D52-1A13-C394-A1C772C7E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8C4-A750-457E-9E35-59EFE142CDD9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0B860B9-06DA-76A6-86EA-D0561800D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15D9649-1A87-6AA1-DCA4-AD795F77D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6EA2-4DBB-4306-9625-8DB0558612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9174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48EEC8E-07C9-75FC-2B00-AE9BFCD45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8C4-A750-457E-9E35-59EFE142CDD9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7D4D350-D361-7709-8869-25FF51044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9F7D1A-2203-9161-954E-7B6B794F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6EA2-4DBB-4306-9625-8DB0558612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410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130CA9-D2A1-375F-3934-E062476A5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08C507-759C-3DEF-F599-80C0474F1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A8E7624-4373-8016-948C-7C2BCBDD71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5D60D5A-CE56-5D94-B45F-65AC1D26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8C4-A750-457E-9E35-59EFE142CDD9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04A7C1-AA41-0C37-C8FA-A84B5C810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8F91A6-0CCC-C942-1BCD-8FADEA20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6EA2-4DBB-4306-9625-8DB0558612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790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89435E-7045-B1EB-B5C1-78335221D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807FBBE-EF84-A410-844E-19C8F98B58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2BCEEE5-46D8-3F64-0B89-4C2E6A8D5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C86FEC-63DE-08FE-D8F9-6641F8C10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8C4-A750-457E-9E35-59EFE142CDD9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A63B4B-9AF8-DFDF-BA7E-B30DCB054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C2B5F7-6296-30DC-191F-7A0230851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6EA2-4DBB-4306-9625-8DB0558612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2006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EA218F-9315-CB6E-ABE3-DA8F5DD20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56BA89-1870-DA03-7D9F-754DA2A26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07CD5B-F6C9-A969-3F2F-9FBD21307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8C4-A750-457E-9E35-59EFE142CDD9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8BD35F-63A4-D9F3-DA58-8052AD4C8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4DE83B-E84B-7D80-43B6-4FCBAF368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6EA2-4DBB-4306-9625-8DB0558612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3939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57FBFA0-8D05-5A2E-E0AF-D28D4A571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BE86CB1-26D9-FC8E-B129-F22A13040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D1AB66-E8CE-DB1F-EC7E-B589E736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578C4-A750-457E-9E35-59EFE142CDD9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C6F3EE-F9B2-373F-0D4C-08775965F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6588DC-6EB8-DCCE-B595-5B5505E68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66EA2-4DBB-4306-9625-8DB0558612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458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11B4688-6FDB-3C96-EF0C-1AF31821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03B541-8CC5-3E63-65FC-AFAD09401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896A55-BEC8-38D4-F25C-4D4D215F6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578C4-A750-457E-9E35-59EFE142CDD9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834605-435B-0434-0B8F-3435761365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7AC449F-6F31-DFC3-5E9B-0D87EC079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66EA2-4DBB-4306-9625-8DB05586123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6464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23E17E-BAB4-833B-B3DB-775A8EB0E9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695D4BA-50BF-6B35-B377-745A0D904C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900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D8F7156-39F0-9767-3565-C1FC4AE3D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474"/>
            <a:ext cx="12192000" cy="626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018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97553-6022-B0D0-084B-A1A747D65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6B01C1-58E3-6F21-1C37-2244565608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0A5A97A-4120-66C2-1949-5F7F213049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C94384E-A81D-C108-88D1-53B705ABD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714"/>
            <a:ext cx="12192000" cy="642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522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33DA0-1E19-BDE9-2356-CF245175F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7270005-D25F-CB49-B02D-4C4D94FAA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539"/>
            <a:ext cx="12192000" cy="642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5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1E46F-82BF-68D7-00F8-B4420D58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3A6D16B-608A-4A57-714A-55A1F14A8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188" y="0"/>
            <a:ext cx="62136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020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2E7AB-8AB4-F20B-60B8-D42126E77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899B3D8-C4A4-8370-7548-F8CD3E6BC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586" y="0"/>
            <a:ext cx="58508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169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7337A-300F-90B0-5884-B6377426E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130E5BB-7E8B-AF46-244C-7B1DB8D99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486" y="0"/>
            <a:ext cx="62310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712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C4622-71FE-D63D-9387-DC3ABD7BE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C140D9C-AF82-1C19-C48C-439781CF3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96" y="0"/>
            <a:ext cx="98558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143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DDCAF-7713-721E-6BF4-1AF9F1C09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46DC259-A5B5-AC46-D0D8-665FA3809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165"/>
            <a:ext cx="12192000" cy="661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585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D5543-C5D9-A39C-8352-A8340046A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BAE80AB-B4C8-12A3-061C-3353A0A8E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63"/>
            <a:ext cx="12192000" cy="675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854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D11AE-7159-1D8F-CF9E-341C37030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71A0E71-3700-36CF-D840-4CC4BBCEE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353"/>
            <a:ext cx="12192000" cy="627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878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6E7FA-C1D5-13E8-1D28-EA5B12C43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B4EC22F-14F5-4DB8-1F57-00EDC1243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754"/>
            <a:ext cx="12192000" cy="650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20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324EA-3249-9046-B535-EF2352AD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66A1978-9CB3-C663-D428-2EADBEDDF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612"/>
            <a:ext cx="12192000" cy="672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75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050E4-6D8E-45A9-FB86-F3E8421B5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26573B5-12AF-CA42-F31E-902867F5A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705" y="909286"/>
            <a:ext cx="7992590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57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DBCC1-6587-90CF-C52C-D818E85B5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86F3361-37A4-0E77-33DD-68C7CD2D5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328"/>
            <a:ext cx="12192000" cy="646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4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91643-3157-8F19-4D18-BEA592E36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8705876-6708-C50F-D551-23D1A13CE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466"/>
            <a:ext cx="12192000" cy="659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6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10E00-9357-3A02-7845-FCB3C9869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003AACC-4186-6ABF-F6B5-E263F9810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292" y="0"/>
            <a:ext cx="100734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908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91173-FC57-556F-F5F3-8EE77CEE8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EAACFCC-7916-3B52-6F70-45DA53445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92" y="1047417"/>
            <a:ext cx="10860016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92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7F128-305B-43CA-4D7E-A9772840A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845384D-4374-B0E4-AED2-9433D48BA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2932"/>
            <a:ext cx="12192000" cy="297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613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4F9BC-3BD0-2C26-81E5-0D5BE4402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67EAF88-AC03-9192-9B5A-A493B06DB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28" y="0"/>
            <a:ext cx="10682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566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E9353-EF1E-43D0-D8A4-81822B660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4A3F31D-5E3E-CD3D-9AA9-4C147E96A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69" y="0"/>
            <a:ext cx="109140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505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7554-EFB8-B15E-19DF-65E2ACFAD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85E9738-2BD7-AC6F-4D11-4B86AE700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84" y="0"/>
            <a:ext cx="115646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325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DD41E-1F3A-55C3-51F7-A8EA0A9D5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BAB0917-BD5C-8195-2F70-5E2F3086F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25" y="0"/>
            <a:ext cx="104633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190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43991-1B4A-52FD-8160-8F981C1BA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247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752EC-271D-03AD-AA98-3D72A7C8B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7686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ワイド画面</PresentationFormat>
  <Paragraphs>0</Paragraphs>
  <Slides>25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2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kodai higuchi</dc:creator>
  <cp:lastModifiedBy>kodai higuchi</cp:lastModifiedBy>
  <cp:revision>1</cp:revision>
  <dcterms:created xsi:type="dcterms:W3CDTF">2026-09-29T05:47:41Z</dcterms:created>
  <dcterms:modified xsi:type="dcterms:W3CDTF">2026-09-29T06:02:56Z</dcterms:modified>
</cp:coreProperties>
</file>